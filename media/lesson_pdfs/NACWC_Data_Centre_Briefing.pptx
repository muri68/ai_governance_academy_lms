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CENTRE OPERATIONS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Nigerian Army Cyber Warfare Command (NACWC)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NACWC Data Centre serves as the central node for hosting, securing, and sustaining Nigerian Army digital infrastructure.</a:t>
            </a:r>
          </a:p>
          <a:p/>
          <a:p>
            <a:r>
              <a:t>- Supports mission-critical operations</a:t>
            </a:r>
          </a:p>
          <a:p>
            <a:r>
              <a:t>- Provides secure server hosting &amp; enterprise storage</a:t>
            </a:r>
          </a:p>
          <a:p>
            <a:r>
              <a:t>- Ensures availability of Army digital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Management of physical and virtual servers</a:t>
            </a:r>
          </a:p>
          <a:p>
            <a:r>
              <a:t>- Administration of NAS storage infrastructure</a:t>
            </a:r>
          </a:p>
          <a:p>
            <a:r>
              <a:t>- Oversight of network infrastructure and cyber defence policies</a:t>
            </a:r>
          </a:p>
          <a:p>
            <a:r>
              <a:t>- Hosting key platforms:</a:t>
            </a:r>
          </a:p>
          <a:p>
            <a:r>
              <a:t>   • army.mil.ng</a:t>
            </a:r>
          </a:p>
          <a:p>
            <a:r>
              <a:t>   • nasip.army.mil.ng</a:t>
            </a:r>
          </a:p>
          <a:p>
            <a:r>
              <a:t>   • naip.army.mil.ng</a:t>
            </a:r>
          </a:p>
          <a:p>
            <a:r>
              <a:t>   • nahfc.army.mil.ng</a:t>
            </a:r>
          </a:p>
          <a:p>
            <a:r>
              <a:t>   • nafc.army.mil.ng</a:t>
            </a:r>
          </a:p>
          <a:p>
            <a:r>
              <a:t>   • …among others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SECURITY GATEWAY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Dual-layer firewall architecture:</a:t>
            </a:r>
          </a:p>
          <a:p/>
          <a:p>
            <a:r>
              <a:t>- FortiGate 100F: External-facing apps and web infrastructure</a:t>
            </a:r>
          </a:p>
          <a:p>
            <a:r>
              <a:t>- FortiGate 100E: Internal network protection, IPS/IDS, access control</a:t>
            </a:r>
          </a:p>
          <a:p/>
          <a:p>
            <a:r>
              <a:t>Ensures layered defence and enhanced resilience.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INTERNET SERVICE PROVIDERS (ISP)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ISP:</a:t>
            </a:r>
          </a:p>
          <a:p>
            <a:r>
              <a:t>- Glo Fiber (2 Gbps)</a:t>
            </a:r>
          </a:p>
          <a:p>
            <a:r>
              <a:t>   • AHQ – 200 Mbps</a:t>
            </a:r>
          </a:p>
          <a:p>
            <a:r>
              <a:t>   • AWCN – 200 Mbps</a:t>
            </a:r>
          </a:p>
          <a:p>
            <a:r>
              <a:t>   • NAHFC – 60 Mbps</a:t>
            </a:r>
          </a:p>
          <a:p>
            <a:r>
              <a:t>   • DADP – 20 Mbps</a:t>
            </a:r>
          </a:p>
          <a:p>
            <a:r>
              <a:t>   • NAFC – 60 Mbps</a:t>
            </a:r>
          </a:p>
          <a:p/>
          <a:p>
            <a:r>
              <a:t>Backup ISPs:</a:t>
            </a:r>
          </a:p>
          <a:p>
            <a:r>
              <a:t>- MTN Fiber – Down</a:t>
            </a:r>
          </a:p>
          <a:p>
            <a:r>
              <a:t>- MTN Radio – 100 Mbps (Operational)</a:t>
            </a:r>
          </a:p>
          <a:p>
            <a:r>
              <a:t>- Airtel Radio – 100 Mbps (Down)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OPERATIONAL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 Centre remains fully mission-capable:</a:t>
            </a:r>
          </a:p>
          <a:p/>
          <a:p>
            <a:r>
              <a:t>- Firewall clusters and redundancy mechanisms active</a:t>
            </a:r>
          </a:p>
          <a:p>
            <a:r>
              <a:t>- Continuous monitoring and load balancing</a:t>
            </a:r>
          </a:p>
          <a:p>
            <a:r>
              <a:t>- ISP restoration efforts ongoing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NACWC Data Centre is a critical enabler of Army digital operations.</a:t>
            </a:r>
          </a:p>
          <a:p/>
          <a:p>
            <a:r>
              <a:t>- Provides secure connectivity and hosting</a:t>
            </a:r>
          </a:p>
          <a:p>
            <a:r>
              <a:t>- Ensures robust cyber defence</a:t>
            </a:r>
          </a:p>
          <a:p>
            <a:r>
              <a:t>- Ongoing optimization strengthens mission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